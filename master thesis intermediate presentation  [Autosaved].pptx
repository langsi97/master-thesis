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01" r:id="rId1"/>
  </p:sldMasterIdLst>
  <p:notesMasterIdLst>
    <p:notesMasterId r:id="rId15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70" r:id="rId9"/>
    <p:sldId id="268" r:id="rId10"/>
    <p:sldId id="269" r:id="rId11"/>
    <p:sldId id="267" r:id="rId12"/>
    <p:sldId id="266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42">
          <p15:clr>
            <a:srgbClr val="A4A3A4"/>
          </p15:clr>
        </p15:guide>
        <p15:guide id="4" pos="6516">
          <p15:clr>
            <a:srgbClr val="A4A3A4"/>
          </p15:clr>
        </p15:guide>
        <p15:guide id="5" orient="horz" pos="3888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1272">
          <p15:clr>
            <a:srgbClr val="A4A3A4"/>
          </p15:clr>
        </p15:guide>
        <p15:guide id="8" orient="horz" pos="1593">
          <p15:clr>
            <a:srgbClr val="A4A3A4"/>
          </p15:clr>
        </p15:guide>
        <p15:guide id="9" pos="960">
          <p15:clr>
            <a:srgbClr val="A4A3A4"/>
          </p15:clr>
        </p15:guide>
        <p15:guide id="10" orient="horz" pos="3634">
          <p15:clr>
            <a:srgbClr val="A4A3A4"/>
          </p15:clr>
        </p15:guide>
        <p15:guide id="11" pos="67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  <p:guide pos="642"/>
        <p:guide pos="6516"/>
        <p:guide orient="horz" pos="3888"/>
        <p:guide orient="horz" pos="432"/>
        <p:guide orient="horz" pos="1272"/>
        <p:guide orient="horz" pos="1593"/>
        <p:guide pos="960"/>
        <p:guide orient="horz" pos="3634"/>
        <p:guide pos="6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6F587A1A-B6F5-C452-899E-C66C953D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:notes">
            <a:extLst>
              <a:ext uri="{FF2B5EF4-FFF2-40B4-BE49-F238E27FC236}">
                <a16:creationId xmlns:a16="http://schemas.microsoft.com/office/drawing/2014/main" id="{02005917-C150-EE50-79A2-961243467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4:notes">
            <a:extLst>
              <a:ext uri="{FF2B5EF4-FFF2-40B4-BE49-F238E27FC236}">
                <a16:creationId xmlns:a16="http://schemas.microsoft.com/office/drawing/2014/main" id="{449E731A-DDD2-17C3-6783-DA8CD7741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4:notes">
            <a:extLst>
              <a:ext uri="{FF2B5EF4-FFF2-40B4-BE49-F238E27FC236}">
                <a16:creationId xmlns:a16="http://schemas.microsoft.com/office/drawing/2014/main" id="{C9766724-3254-08B4-9795-5349F64AF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8349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BF48C279-A13C-FF1C-62E3-1B39459E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5ED3A8B1-1710-DE51-3C34-C61FA5D26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69508844-E4C6-B294-8D81-7E4159771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F4C5B37F-DA37-4168-96A9-83AC50085A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148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3878BA06-947D-9786-848A-D3050B33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70825FBC-D643-6E38-1860-5637651BC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52E8FA19-A71E-AEA9-00A0-E57B2FB36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A7353AB3-FA84-E192-7ED7-109C2D2289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2849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F76E6EFA-A8F6-F4E5-CFD2-8ED14493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78C5C596-4A8B-3E9C-9A46-399EB68B7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541CD1BE-71CD-FACB-8F45-3DE9F1998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33C4578E-AC77-3D61-CB51-924197FD2C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03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557D2BD2-A564-E416-AD96-6BB1A9CF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BDD2B62A-10ED-E8B0-8359-410F83899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206C474F-951D-4658-C04F-E32BC9259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9083F2DF-B866-6982-B09F-48C2F8E71E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2273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79EA72BB-FDB2-4720-F73E-61C39044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F5304ED4-C32F-1BB1-26F1-2810D0A95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9C741E48-1C3A-A81C-DC59-676DD7C0B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8DBDBB90-5711-9333-F826-97BDDEA8CF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747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nfo">
  <p:cSld name="Inf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l="63" t="2955" r="576" b="764"/>
          <a:stretch/>
        </p:blipFill>
        <p:spPr>
          <a:xfrm>
            <a:off x="-193536" y="0"/>
            <a:ext cx="1238553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308" y="4777333"/>
            <a:ext cx="1531002" cy="119168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557902" y="5969017"/>
            <a:ext cx="24138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WWW.UHASSELT.BE/DSI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">
  <p:cSld name="Single Imag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Image">
  <p:cSld name="Header Imag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1">
  <p:cSld name="Team Work #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8693888" y="3429000"/>
            <a:ext cx="2469412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3583763" y="3429000"/>
            <a:ext cx="2469412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>
            <a:spLocks noGrp="1"/>
          </p:cNvSpPr>
          <p:nvPr>
            <p:ph type="pic" idx="2"/>
          </p:nvPr>
        </p:nvSpPr>
        <p:spPr>
          <a:xfrm>
            <a:off x="1028700" y="3429000"/>
            <a:ext cx="2468880" cy="23591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32" name="Google Shape;32;p6"/>
          <p:cNvSpPr>
            <a:spLocks noGrp="1"/>
          </p:cNvSpPr>
          <p:nvPr>
            <p:ph type="pic" idx="3"/>
          </p:nvPr>
        </p:nvSpPr>
        <p:spPr>
          <a:xfrm>
            <a:off x="6138863" y="3429000"/>
            <a:ext cx="2468880" cy="23591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#2">
  <p:cSld name="Single Image #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6096000" y="3994150"/>
            <a:ext cx="5060950" cy="1797051"/>
          </a:xfrm>
          <a:prstGeom prst="roundRect">
            <a:avLst>
              <a:gd name="adj" fmla="val 2630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2">
  <p:cSld name="Team Work #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5675144" y="685800"/>
            <a:ext cx="3640951" cy="1790888"/>
          </a:xfrm>
          <a:prstGeom prst="roundRect">
            <a:avLst>
              <a:gd name="adj" fmla="val 241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5675145" y="4381312"/>
            <a:ext cx="3640950" cy="1790888"/>
          </a:xfrm>
          <a:prstGeom prst="roundRect">
            <a:avLst>
              <a:gd name="adj" fmla="val 123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7525208" y="2533556"/>
            <a:ext cx="3640951" cy="1790888"/>
          </a:xfrm>
          <a:prstGeom prst="roundRect">
            <a:avLst>
              <a:gd name="adj" fmla="val 123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>
            <a:spLocks noGrp="1"/>
          </p:cNvSpPr>
          <p:nvPr>
            <p:ph type="pic" idx="2"/>
          </p:nvPr>
        </p:nvSpPr>
        <p:spPr>
          <a:xfrm>
            <a:off x="1028700" y="685800"/>
            <a:ext cx="4581144" cy="5486400"/>
          </a:xfrm>
          <a:prstGeom prst="roundRect">
            <a:avLst>
              <a:gd name="adj" fmla="val 152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2" name="Google Shape;42;p8"/>
          <p:cNvSpPr>
            <a:spLocks noGrp="1"/>
          </p:cNvSpPr>
          <p:nvPr>
            <p:ph type="pic" idx="3"/>
          </p:nvPr>
        </p:nvSpPr>
        <p:spPr>
          <a:xfrm>
            <a:off x="9375775" y="685800"/>
            <a:ext cx="1792224" cy="1792224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3" name="Google Shape;43;p8"/>
          <p:cNvSpPr>
            <a:spLocks noGrp="1"/>
          </p:cNvSpPr>
          <p:nvPr>
            <p:ph type="pic" idx="4"/>
          </p:nvPr>
        </p:nvSpPr>
        <p:spPr>
          <a:xfrm>
            <a:off x="5675313" y="2533650"/>
            <a:ext cx="1792224" cy="1792224"/>
          </a:xfrm>
          <a:prstGeom prst="roundRect">
            <a:avLst>
              <a:gd name="adj" fmla="val 25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4" name="Google Shape;44;p8"/>
          <p:cNvSpPr>
            <a:spLocks noGrp="1"/>
          </p:cNvSpPr>
          <p:nvPr>
            <p:ph type="pic" idx="5"/>
          </p:nvPr>
        </p:nvSpPr>
        <p:spPr>
          <a:xfrm>
            <a:off x="9375775" y="4381500"/>
            <a:ext cx="1792224" cy="1792224"/>
          </a:xfrm>
          <a:prstGeom prst="roundRect">
            <a:avLst>
              <a:gd name="adj" fmla="val 2006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3">
  <p:cSld name="Team Work #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>
            <a:spLocks noGrp="1"/>
          </p:cNvSpPr>
          <p:nvPr>
            <p:ph type="pic" idx="2"/>
          </p:nvPr>
        </p:nvSpPr>
        <p:spPr>
          <a:xfrm>
            <a:off x="10287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8" name="Google Shape;48;p9"/>
          <p:cNvSpPr>
            <a:spLocks noGrp="1"/>
          </p:cNvSpPr>
          <p:nvPr>
            <p:ph type="pic" idx="3"/>
          </p:nvPr>
        </p:nvSpPr>
        <p:spPr>
          <a:xfrm>
            <a:off x="35560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9" name="Google Shape;49;p9"/>
          <p:cNvSpPr>
            <a:spLocks noGrp="1"/>
          </p:cNvSpPr>
          <p:nvPr>
            <p:ph type="pic" idx="4"/>
          </p:nvPr>
        </p:nvSpPr>
        <p:spPr>
          <a:xfrm>
            <a:off x="60833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0" name="Google Shape;50;p9"/>
          <p:cNvSpPr>
            <a:spLocks noGrp="1"/>
          </p:cNvSpPr>
          <p:nvPr>
            <p:ph type="pic" idx="5"/>
          </p:nvPr>
        </p:nvSpPr>
        <p:spPr>
          <a:xfrm>
            <a:off x="86106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4">
  <p:cSld name="Team Work #4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1028700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4" name="Google Shape;54;p10"/>
          <p:cNvSpPr>
            <a:spLocks noGrp="1"/>
          </p:cNvSpPr>
          <p:nvPr>
            <p:ph type="pic" idx="3"/>
          </p:nvPr>
        </p:nvSpPr>
        <p:spPr>
          <a:xfrm>
            <a:off x="2979996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5" name="Google Shape;55;p10"/>
          <p:cNvSpPr>
            <a:spLocks noGrp="1"/>
          </p:cNvSpPr>
          <p:nvPr>
            <p:ph type="pic" idx="4"/>
          </p:nvPr>
        </p:nvSpPr>
        <p:spPr>
          <a:xfrm>
            <a:off x="4931292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6" name="Google Shape;56;p10"/>
          <p:cNvSpPr>
            <a:spLocks noGrp="1"/>
          </p:cNvSpPr>
          <p:nvPr>
            <p:ph type="pic" idx="5"/>
          </p:nvPr>
        </p:nvSpPr>
        <p:spPr>
          <a:xfrm>
            <a:off x="6882588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7" name="Google Shape;57;p10"/>
          <p:cNvSpPr>
            <a:spLocks noGrp="1"/>
          </p:cNvSpPr>
          <p:nvPr>
            <p:ph type="pic" idx="6"/>
          </p:nvPr>
        </p:nvSpPr>
        <p:spPr>
          <a:xfrm>
            <a:off x="8833884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5">
  <p:cSld name="Team Work #5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>
            <a:spLocks noGrp="1"/>
          </p:cNvSpPr>
          <p:nvPr>
            <p:ph type="pic" idx="2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1" name="Google Shape;61;p11"/>
          <p:cNvSpPr>
            <a:spLocks noGrp="1"/>
          </p:cNvSpPr>
          <p:nvPr>
            <p:ph type="pic" idx="3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2" name="Google Shape;62;p11"/>
          <p:cNvSpPr>
            <a:spLocks noGrp="1"/>
          </p:cNvSpPr>
          <p:nvPr>
            <p:ph type="pic" idx="4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3" name="Google Shape;63;p11"/>
          <p:cNvSpPr>
            <a:spLocks noGrp="1"/>
          </p:cNvSpPr>
          <p:nvPr>
            <p:ph type="pic" idx="5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4" name="Google Shape;64;p11"/>
          <p:cNvSpPr>
            <a:spLocks noGrp="1"/>
          </p:cNvSpPr>
          <p:nvPr>
            <p:ph type="pic" idx="6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6">
  <p:cSld name="Team Work #6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6523038" y="25146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8" name="Google Shape;68;p12"/>
          <p:cNvSpPr>
            <a:spLocks noGrp="1"/>
          </p:cNvSpPr>
          <p:nvPr>
            <p:ph type="pic" idx="3"/>
          </p:nvPr>
        </p:nvSpPr>
        <p:spPr>
          <a:xfrm>
            <a:off x="8877300" y="25146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9" name="Google Shape;69;p12"/>
          <p:cNvSpPr>
            <a:spLocks noGrp="1"/>
          </p:cNvSpPr>
          <p:nvPr>
            <p:ph type="pic" idx="4"/>
          </p:nvPr>
        </p:nvSpPr>
        <p:spPr>
          <a:xfrm>
            <a:off x="8877300" y="41910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70" name="Google Shape;70;p12"/>
          <p:cNvSpPr>
            <a:spLocks noGrp="1"/>
          </p:cNvSpPr>
          <p:nvPr>
            <p:ph type="pic" idx="5"/>
          </p:nvPr>
        </p:nvSpPr>
        <p:spPr>
          <a:xfrm>
            <a:off x="6523038" y="41910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7">
  <p:cSld name="Team Work #7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>
            <a:spLocks noGrp="1"/>
          </p:cNvSpPr>
          <p:nvPr>
            <p:ph type="pic" idx="2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78" name="Google Shape;78;p13"/>
          <p:cNvSpPr>
            <a:spLocks noGrp="1"/>
          </p:cNvSpPr>
          <p:nvPr>
            <p:ph type="pic" idx="3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79" name="Google Shape;79;p13"/>
          <p:cNvSpPr>
            <a:spLocks noGrp="1"/>
          </p:cNvSpPr>
          <p:nvPr>
            <p:ph type="pic" idx="4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80" name="Google Shape;80;p13"/>
          <p:cNvSpPr>
            <a:spLocks noGrp="1"/>
          </p:cNvSpPr>
          <p:nvPr>
            <p:ph type="pic" idx="5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ingle #1">
  <p:cSld name="Team Single #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>
            <a:spLocks noGrp="1"/>
          </p:cNvSpPr>
          <p:nvPr>
            <p:ph type="pic" idx="2"/>
          </p:nvPr>
        </p:nvSpPr>
        <p:spPr>
          <a:xfrm>
            <a:off x="0" y="0"/>
            <a:ext cx="5187950" cy="6858000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84" name="Google Shape;84;p14"/>
          <p:cNvSpPr>
            <a:spLocks noGrp="1"/>
          </p:cNvSpPr>
          <p:nvPr>
            <p:ph type="pic" idx="3"/>
          </p:nvPr>
        </p:nvSpPr>
        <p:spPr>
          <a:xfrm>
            <a:off x="4607149" y="2519474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Full Image">
  <p:cSld name="Header Full Imag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7307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">
  <p:cSld name="Portfolio #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>
            <a:spLocks noGrp="1"/>
          </p:cNvSpPr>
          <p:nvPr>
            <p:ph type="pic" idx="2"/>
          </p:nvPr>
        </p:nvSpPr>
        <p:spPr>
          <a:xfrm>
            <a:off x="1042988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1" name="Google Shape;91;p16"/>
          <p:cNvSpPr>
            <a:spLocks noGrp="1"/>
          </p:cNvSpPr>
          <p:nvPr>
            <p:ph type="pic" idx="3"/>
          </p:nvPr>
        </p:nvSpPr>
        <p:spPr>
          <a:xfrm>
            <a:off x="3594100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2" name="Google Shape;92;p16"/>
          <p:cNvSpPr>
            <a:spLocks noGrp="1"/>
          </p:cNvSpPr>
          <p:nvPr>
            <p:ph type="pic" idx="4"/>
          </p:nvPr>
        </p:nvSpPr>
        <p:spPr>
          <a:xfrm>
            <a:off x="6145212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3" name="Google Shape;93;p16"/>
          <p:cNvSpPr>
            <a:spLocks noGrp="1"/>
          </p:cNvSpPr>
          <p:nvPr>
            <p:ph type="pic" idx="5"/>
          </p:nvPr>
        </p:nvSpPr>
        <p:spPr>
          <a:xfrm>
            <a:off x="8696323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2">
  <p:cSld name="Portfolio #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97" name="Google Shape;97;p17"/>
          <p:cNvSpPr>
            <a:spLocks noGrp="1"/>
          </p:cNvSpPr>
          <p:nvPr>
            <p:ph type="pic" idx="3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98" name="Google Shape;98;p17"/>
          <p:cNvSpPr>
            <a:spLocks noGrp="1"/>
          </p:cNvSpPr>
          <p:nvPr>
            <p:ph type="pic" idx="4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99" name="Google Shape;99;p17"/>
          <p:cNvSpPr>
            <a:spLocks noGrp="1"/>
          </p:cNvSpPr>
          <p:nvPr>
            <p:ph type="pic" idx="5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00" name="Google Shape;100;p1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3">
  <p:cSld name="Portfolio #3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>
            <a:spLocks noGrp="1"/>
          </p:cNvSpPr>
          <p:nvPr>
            <p:ph type="pic" idx="2"/>
          </p:nvPr>
        </p:nvSpPr>
        <p:spPr>
          <a:xfrm>
            <a:off x="6107113" y="693738"/>
            <a:ext cx="2514600" cy="27249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103" name="Google Shape;103;p18"/>
          <p:cNvSpPr>
            <a:spLocks noGrp="1"/>
          </p:cNvSpPr>
          <p:nvPr>
            <p:ph type="pic" idx="3"/>
          </p:nvPr>
        </p:nvSpPr>
        <p:spPr>
          <a:xfrm>
            <a:off x="8651875" y="693738"/>
            <a:ext cx="2514600" cy="27249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04" name="Google Shape;104;p18"/>
          <p:cNvSpPr>
            <a:spLocks noGrp="1"/>
          </p:cNvSpPr>
          <p:nvPr>
            <p:ph type="pic" idx="4"/>
          </p:nvPr>
        </p:nvSpPr>
        <p:spPr>
          <a:xfrm>
            <a:off x="6107113" y="3448050"/>
            <a:ext cx="2514600" cy="27249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05" name="Google Shape;105;p18"/>
          <p:cNvSpPr>
            <a:spLocks noGrp="1"/>
          </p:cNvSpPr>
          <p:nvPr>
            <p:ph type="pic" idx="5"/>
          </p:nvPr>
        </p:nvSpPr>
        <p:spPr>
          <a:xfrm>
            <a:off x="8651875" y="3448050"/>
            <a:ext cx="2514600" cy="27249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4">
  <p:cSld name="Portfolio #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4295555" y="4392943"/>
            <a:ext cx="3234956" cy="13982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>
            <a:spLocks noGrp="1"/>
          </p:cNvSpPr>
          <p:nvPr>
            <p:ph type="pic" idx="2"/>
          </p:nvPr>
        </p:nvSpPr>
        <p:spPr>
          <a:xfrm>
            <a:off x="1028700" y="2514599"/>
            <a:ext cx="3234516" cy="327342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0" name="Google Shape;110;p19"/>
          <p:cNvSpPr>
            <a:spLocks noGrp="1"/>
          </p:cNvSpPr>
          <p:nvPr>
            <p:ph type="pic" idx="3"/>
          </p:nvPr>
        </p:nvSpPr>
        <p:spPr>
          <a:xfrm>
            <a:off x="7560452" y="2514599"/>
            <a:ext cx="3604435" cy="327342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1" name="Google Shape;111;p19"/>
          <p:cNvSpPr>
            <a:spLocks noGrp="1"/>
          </p:cNvSpPr>
          <p:nvPr>
            <p:ph type="pic" idx="4"/>
          </p:nvPr>
        </p:nvSpPr>
        <p:spPr>
          <a:xfrm>
            <a:off x="4297952" y="2512249"/>
            <a:ext cx="3232559" cy="185814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5">
  <p:cSld name="Portfolio #5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>
            <a:spLocks noGrp="1"/>
          </p:cNvSpPr>
          <p:nvPr>
            <p:ph type="pic" idx="2"/>
          </p:nvPr>
        </p:nvSpPr>
        <p:spPr>
          <a:xfrm>
            <a:off x="1028699" y="701675"/>
            <a:ext cx="4149725" cy="5470525"/>
          </a:xfrm>
          <a:prstGeom prst="roundRect">
            <a:avLst>
              <a:gd name="adj" fmla="val 1217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6">
  <p:cSld name="Portfolio #6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pic" idx="2"/>
          </p:nvPr>
        </p:nvSpPr>
        <p:spPr>
          <a:xfrm>
            <a:off x="6096000" y="701675"/>
            <a:ext cx="2514600" cy="34564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8" name="Google Shape;118;p21"/>
          <p:cNvSpPr>
            <a:spLocks noGrp="1"/>
          </p:cNvSpPr>
          <p:nvPr>
            <p:ph type="pic" idx="3"/>
          </p:nvPr>
        </p:nvSpPr>
        <p:spPr>
          <a:xfrm>
            <a:off x="8648700" y="701675"/>
            <a:ext cx="2514600" cy="197510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9" name="Google Shape;119;p21"/>
          <p:cNvSpPr>
            <a:spLocks noGrp="1"/>
          </p:cNvSpPr>
          <p:nvPr>
            <p:ph type="pic" idx="4"/>
          </p:nvPr>
        </p:nvSpPr>
        <p:spPr>
          <a:xfrm>
            <a:off x="8648700" y="2716213"/>
            <a:ext cx="2514600" cy="34564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0" name="Google Shape;120;p21"/>
          <p:cNvSpPr>
            <a:spLocks noGrp="1"/>
          </p:cNvSpPr>
          <p:nvPr>
            <p:ph type="pic" idx="5"/>
          </p:nvPr>
        </p:nvSpPr>
        <p:spPr>
          <a:xfrm>
            <a:off x="6096000" y="4200525"/>
            <a:ext cx="2514600" cy="197510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7">
  <p:cSld name="Portfolio #7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/>
          <p:nvPr/>
        </p:nvSpPr>
        <p:spPr>
          <a:xfrm>
            <a:off x="9797313" y="4152935"/>
            <a:ext cx="1365987" cy="163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>
            <a:spLocks noGrp="1"/>
          </p:cNvSpPr>
          <p:nvPr>
            <p:ph type="pic" idx="2"/>
          </p:nvPr>
        </p:nvSpPr>
        <p:spPr>
          <a:xfrm>
            <a:off x="1028699" y="2514599"/>
            <a:ext cx="3657600" cy="16276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5" name="Google Shape;125;p22"/>
          <p:cNvSpPr>
            <a:spLocks noGrp="1"/>
          </p:cNvSpPr>
          <p:nvPr>
            <p:ph type="pic" idx="3"/>
          </p:nvPr>
        </p:nvSpPr>
        <p:spPr>
          <a:xfrm>
            <a:off x="4711699" y="2514599"/>
            <a:ext cx="2304288" cy="32735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6" name="Google Shape;126;p22"/>
          <p:cNvSpPr>
            <a:spLocks noGrp="1"/>
          </p:cNvSpPr>
          <p:nvPr>
            <p:ph type="pic" idx="4"/>
          </p:nvPr>
        </p:nvSpPr>
        <p:spPr>
          <a:xfrm>
            <a:off x="7043737" y="2515079"/>
            <a:ext cx="4123944" cy="16184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7" name="Google Shape;127;p22"/>
          <p:cNvSpPr>
            <a:spLocks noGrp="1"/>
          </p:cNvSpPr>
          <p:nvPr>
            <p:ph type="pic" idx="5"/>
          </p:nvPr>
        </p:nvSpPr>
        <p:spPr>
          <a:xfrm>
            <a:off x="7043738" y="4153379"/>
            <a:ext cx="2724912" cy="1636776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8" name="Google Shape;128;p22"/>
          <p:cNvSpPr>
            <a:spLocks noGrp="1"/>
          </p:cNvSpPr>
          <p:nvPr>
            <p:ph type="pic" idx="6"/>
          </p:nvPr>
        </p:nvSpPr>
        <p:spPr>
          <a:xfrm>
            <a:off x="2865437" y="4164012"/>
            <a:ext cx="1819656" cy="16276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7"/>
          </p:nvPr>
        </p:nvSpPr>
        <p:spPr>
          <a:xfrm>
            <a:off x="1028699" y="4164012"/>
            <a:ext cx="1810512" cy="16276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0" name="Google Shape;130;p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8">
  <p:cSld name="Portfolio #8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>
            <a:spLocks noGrp="1"/>
          </p:cNvSpPr>
          <p:nvPr>
            <p:ph type="pic" idx="2"/>
          </p:nvPr>
        </p:nvSpPr>
        <p:spPr>
          <a:xfrm>
            <a:off x="2878138" y="685800"/>
            <a:ext cx="3639312" cy="36393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3" name="Google Shape;133;p23"/>
          <p:cNvSpPr>
            <a:spLocks noGrp="1"/>
          </p:cNvSpPr>
          <p:nvPr>
            <p:ph type="pic" idx="3"/>
          </p:nvPr>
        </p:nvSpPr>
        <p:spPr>
          <a:xfrm>
            <a:off x="1028700" y="684213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4" name="Google Shape;134;p23"/>
          <p:cNvSpPr>
            <a:spLocks noGrp="1"/>
          </p:cNvSpPr>
          <p:nvPr>
            <p:ph type="pic" idx="4"/>
          </p:nvPr>
        </p:nvSpPr>
        <p:spPr>
          <a:xfrm>
            <a:off x="1028700" y="253365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5" name="Google Shape;135;p23"/>
          <p:cNvSpPr>
            <a:spLocks noGrp="1"/>
          </p:cNvSpPr>
          <p:nvPr>
            <p:ph type="pic" idx="5"/>
          </p:nvPr>
        </p:nvSpPr>
        <p:spPr>
          <a:xfrm>
            <a:off x="1028700" y="438150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6" name="Google Shape;136;p23"/>
          <p:cNvSpPr>
            <a:spLocks noGrp="1"/>
          </p:cNvSpPr>
          <p:nvPr>
            <p:ph type="pic" idx="6"/>
          </p:nvPr>
        </p:nvSpPr>
        <p:spPr>
          <a:xfrm>
            <a:off x="2878138" y="438150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7" name="Google Shape;137;p23"/>
          <p:cNvSpPr>
            <a:spLocks noGrp="1"/>
          </p:cNvSpPr>
          <p:nvPr>
            <p:ph type="pic" idx="7"/>
          </p:nvPr>
        </p:nvSpPr>
        <p:spPr>
          <a:xfrm>
            <a:off x="4729163" y="438150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8" name="Google Shape;138;p2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9">
  <p:cSld name="Portfolio #9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>
            <a:spLocks noGrp="1"/>
          </p:cNvSpPr>
          <p:nvPr>
            <p:ph type="pic" idx="2"/>
          </p:nvPr>
        </p:nvSpPr>
        <p:spPr>
          <a:xfrm>
            <a:off x="1028699" y="2535237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1" name="Google Shape;141;p24"/>
          <p:cNvSpPr>
            <a:spLocks noGrp="1"/>
          </p:cNvSpPr>
          <p:nvPr>
            <p:ph type="pic" idx="3"/>
          </p:nvPr>
        </p:nvSpPr>
        <p:spPr>
          <a:xfrm>
            <a:off x="3615531" y="2535236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2" name="Google Shape;142;p24"/>
          <p:cNvSpPr>
            <a:spLocks noGrp="1"/>
          </p:cNvSpPr>
          <p:nvPr>
            <p:ph type="pic" idx="4"/>
          </p:nvPr>
        </p:nvSpPr>
        <p:spPr>
          <a:xfrm>
            <a:off x="6202363" y="2535236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3" name="Google Shape;143;p24"/>
          <p:cNvSpPr>
            <a:spLocks noGrp="1"/>
          </p:cNvSpPr>
          <p:nvPr>
            <p:ph type="pic" idx="5"/>
          </p:nvPr>
        </p:nvSpPr>
        <p:spPr>
          <a:xfrm>
            <a:off x="8789195" y="2535235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4" name="Google Shape;144;p2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0">
  <p:cSld name="Portfolio #10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>
            <a:spLocks noGrp="1"/>
          </p:cNvSpPr>
          <p:nvPr>
            <p:ph type="pic" idx="2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7" name="Google Shape;147;p25"/>
          <p:cNvSpPr>
            <a:spLocks noGrp="1"/>
          </p:cNvSpPr>
          <p:nvPr>
            <p:ph type="pic" idx="3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8" name="Google Shape;148;p2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1">
  <p:cSld name="Portfolio #1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>
            <a:spLocks noGrp="1"/>
          </p:cNvSpPr>
          <p:nvPr>
            <p:ph type="pic" idx="2"/>
          </p:nvPr>
        </p:nvSpPr>
        <p:spPr>
          <a:xfrm>
            <a:off x="6103937" y="2030412"/>
            <a:ext cx="2432304" cy="377647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1" name="Google Shape;151;p26"/>
          <p:cNvSpPr>
            <a:spLocks noGrp="1"/>
          </p:cNvSpPr>
          <p:nvPr>
            <p:ph type="pic" idx="3"/>
          </p:nvPr>
        </p:nvSpPr>
        <p:spPr>
          <a:xfrm>
            <a:off x="8526462" y="2030411"/>
            <a:ext cx="3666744" cy="18288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2" name="Google Shape;152;p26"/>
          <p:cNvSpPr>
            <a:spLocks noGrp="1"/>
          </p:cNvSpPr>
          <p:nvPr>
            <p:ph type="pic" idx="4"/>
          </p:nvPr>
        </p:nvSpPr>
        <p:spPr>
          <a:xfrm>
            <a:off x="8531224" y="3859212"/>
            <a:ext cx="1828800" cy="194767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3" name="Google Shape;153;p26"/>
          <p:cNvSpPr>
            <a:spLocks noGrp="1"/>
          </p:cNvSpPr>
          <p:nvPr>
            <p:ph type="pic" idx="5"/>
          </p:nvPr>
        </p:nvSpPr>
        <p:spPr>
          <a:xfrm>
            <a:off x="10355262" y="3859212"/>
            <a:ext cx="1837944" cy="194767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4" name="Google Shape;154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Image">
  <p:cSld name="Left 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>
            <a:spLocks noGrp="1"/>
          </p:cNvSpPr>
          <p:nvPr>
            <p:ph type="pic" idx="2"/>
          </p:nvPr>
        </p:nvSpPr>
        <p:spPr>
          <a:xfrm>
            <a:off x="0" y="0"/>
            <a:ext cx="5187950" cy="68580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2">
  <p:cSld name="Portfolio #1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6602227" y="4412215"/>
            <a:ext cx="4561072" cy="1396263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>
            <a:spLocks noGrp="1"/>
          </p:cNvSpPr>
          <p:nvPr>
            <p:ph type="pic" idx="2"/>
          </p:nvPr>
        </p:nvSpPr>
        <p:spPr>
          <a:xfrm>
            <a:off x="6602412" y="2532062"/>
            <a:ext cx="2258568" cy="18470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1" name="Google Shape;161;p28"/>
          <p:cNvSpPr>
            <a:spLocks noGrp="1"/>
          </p:cNvSpPr>
          <p:nvPr>
            <p:ph type="pic" idx="3"/>
          </p:nvPr>
        </p:nvSpPr>
        <p:spPr>
          <a:xfrm>
            <a:off x="8902699" y="2532062"/>
            <a:ext cx="2258568" cy="18470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2" name="Google Shape;162;p28"/>
          <p:cNvSpPr>
            <a:spLocks noGrp="1"/>
          </p:cNvSpPr>
          <p:nvPr>
            <p:ph type="pic" idx="4"/>
          </p:nvPr>
        </p:nvSpPr>
        <p:spPr>
          <a:xfrm>
            <a:off x="4302124" y="2532062"/>
            <a:ext cx="2258568" cy="18470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3" name="Google Shape;163;p28"/>
          <p:cNvSpPr>
            <a:spLocks noGrp="1"/>
          </p:cNvSpPr>
          <p:nvPr>
            <p:ph type="pic" idx="5"/>
          </p:nvPr>
        </p:nvSpPr>
        <p:spPr>
          <a:xfrm>
            <a:off x="1028699" y="2532062"/>
            <a:ext cx="3236976" cy="32735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4" name="Google Shape;164;p28"/>
          <p:cNvSpPr>
            <a:spLocks noGrp="1"/>
          </p:cNvSpPr>
          <p:nvPr>
            <p:ph type="pic" idx="6"/>
          </p:nvPr>
        </p:nvSpPr>
        <p:spPr>
          <a:xfrm>
            <a:off x="4302125" y="4411662"/>
            <a:ext cx="2258568" cy="13990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5" name="Google Shape;165;p2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3">
  <p:cSld name="Portfolio #13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>
            <a:spLocks noGrp="1"/>
          </p:cNvSpPr>
          <p:nvPr>
            <p:ph type="pic" idx="2"/>
          </p:nvPr>
        </p:nvSpPr>
        <p:spPr>
          <a:xfrm>
            <a:off x="1028700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68" name="Google Shape;168;p29"/>
          <p:cNvSpPr>
            <a:spLocks noGrp="1"/>
          </p:cNvSpPr>
          <p:nvPr>
            <p:ph type="pic" idx="3"/>
          </p:nvPr>
        </p:nvSpPr>
        <p:spPr>
          <a:xfrm>
            <a:off x="4462463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69" name="Google Shape;169;p29"/>
          <p:cNvSpPr>
            <a:spLocks noGrp="1"/>
          </p:cNvSpPr>
          <p:nvPr>
            <p:ph type="pic" idx="4"/>
          </p:nvPr>
        </p:nvSpPr>
        <p:spPr>
          <a:xfrm>
            <a:off x="7896225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4">
  <p:cSld name="Portfolio #14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>
            <a:spLocks noGrp="1"/>
          </p:cNvSpPr>
          <p:nvPr>
            <p:ph type="pic" idx="2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73" name="Google Shape;173;p30"/>
          <p:cNvSpPr>
            <a:spLocks noGrp="1"/>
          </p:cNvSpPr>
          <p:nvPr>
            <p:ph type="pic" idx="3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74" name="Google Shape;174;p3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5">
  <p:cSld name="Portfolio #15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/>
          <p:nvPr/>
        </p:nvSpPr>
        <p:spPr>
          <a:xfrm>
            <a:off x="8441366" y="3454400"/>
            <a:ext cx="2721933" cy="27178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1"/>
          <p:cNvSpPr>
            <a:spLocks noGrp="1"/>
          </p:cNvSpPr>
          <p:nvPr>
            <p:ph type="pic" idx="2"/>
          </p:nvPr>
        </p:nvSpPr>
        <p:spPr>
          <a:xfrm>
            <a:off x="565943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78" name="Google Shape;178;p31"/>
          <p:cNvSpPr>
            <a:spLocks noGrp="1"/>
          </p:cNvSpPr>
          <p:nvPr>
            <p:ph type="pic" idx="3"/>
          </p:nvPr>
        </p:nvSpPr>
        <p:spPr>
          <a:xfrm>
            <a:off x="705008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79" name="Google Shape;179;p31"/>
          <p:cNvSpPr>
            <a:spLocks noGrp="1"/>
          </p:cNvSpPr>
          <p:nvPr>
            <p:ph type="pic" idx="4"/>
          </p:nvPr>
        </p:nvSpPr>
        <p:spPr>
          <a:xfrm>
            <a:off x="844073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0" name="Google Shape;180;p31"/>
          <p:cNvSpPr>
            <a:spLocks noGrp="1"/>
          </p:cNvSpPr>
          <p:nvPr>
            <p:ph type="pic" idx="5"/>
          </p:nvPr>
        </p:nvSpPr>
        <p:spPr>
          <a:xfrm>
            <a:off x="983138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1" name="Google Shape;181;p31"/>
          <p:cNvSpPr>
            <a:spLocks noGrp="1"/>
          </p:cNvSpPr>
          <p:nvPr>
            <p:ph type="pic" idx="6"/>
          </p:nvPr>
        </p:nvSpPr>
        <p:spPr>
          <a:xfrm>
            <a:off x="983138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2" name="Google Shape;182;p31"/>
          <p:cNvSpPr>
            <a:spLocks noGrp="1"/>
          </p:cNvSpPr>
          <p:nvPr>
            <p:ph type="pic" idx="7"/>
          </p:nvPr>
        </p:nvSpPr>
        <p:spPr>
          <a:xfrm>
            <a:off x="844073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3" name="Google Shape;183;p31"/>
          <p:cNvSpPr>
            <a:spLocks noGrp="1"/>
          </p:cNvSpPr>
          <p:nvPr>
            <p:ph type="pic" idx="8"/>
          </p:nvPr>
        </p:nvSpPr>
        <p:spPr>
          <a:xfrm>
            <a:off x="705008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4" name="Google Shape;184;p31"/>
          <p:cNvSpPr>
            <a:spLocks noGrp="1"/>
          </p:cNvSpPr>
          <p:nvPr>
            <p:ph type="pic" idx="9"/>
          </p:nvPr>
        </p:nvSpPr>
        <p:spPr>
          <a:xfrm>
            <a:off x="565943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5" name="Google Shape;185;p31"/>
          <p:cNvSpPr>
            <a:spLocks noGrp="1"/>
          </p:cNvSpPr>
          <p:nvPr>
            <p:ph type="pic" idx="13"/>
          </p:nvPr>
        </p:nvSpPr>
        <p:spPr>
          <a:xfrm>
            <a:off x="7050087" y="34543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6" name="Google Shape;186;p31"/>
          <p:cNvSpPr>
            <a:spLocks noGrp="1"/>
          </p:cNvSpPr>
          <p:nvPr>
            <p:ph type="pic" idx="14"/>
          </p:nvPr>
        </p:nvSpPr>
        <p:spPr>
          <a:xfrm>
            <a:off x="5659437" y="34543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7" name="Google Shape;187;p31"/>
          <p:cNvSpPr>
            <a:spLocks noGrp="1"/>
          </p:cNvSpPr>
          <p:nvPr>
            <p:ph type="pic" idx="15"/>
          </p:nvPr>
        </p:nvSpPr>
        <p:spPr>
          <a:xfrm>
            <a:off x="5659437" y="48386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8" name="Google Shape;188;p31"/>
          <p:cNvSpPr>
            <a:spLocks noGrp="1"/>
          </p:cNvSpPr>
          <p:nvPr>
            <p:ph type="pic" idx="16"/>
          </p:nvPr>
        </p:nvSpPr>
        <p:spPr>
          <a:xfrm>
            <a:off x="7050087" y="48386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9" name="Google Shape;189;p3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6">
  <p:cSld name="Portfolio #16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>
            <a:spLocks noGrp="1"/>
          </p:cNvSpPr>
          <p:nvPr>
            <p:ph type="pic" idx="2"/>
          </p:nvPr>
        </p:nvSpPr>
        <p:spPr>
          <a:xfrm>
            <a:off x="6096000" y="-1"/>
            <a:ext cx="6096000" cy="338296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2" name="Google Shape;192;p32"/>
          <p:cNvSpPr>
            <a:spLocks noGrp="1"/>
          </p:cNvSpPr>
          <p:nvPr>
            <p:ph type="pic" idx="3"/>
          </p:nvPr>
        </p:nvSpPr>
        <p:spPr>
          <a:xfrm>
            <a:off x="6096000" y="3475037"/>
            <a:ext cx="6096000" cy="338296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3" name="Google Shape;193;p3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7">
  <p:cSld name="Portfolio #17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>
            <a:spLocks noGrp="1"/>
          </p:cNvSpPr>
          <p:nvPr>
            <p:ph type="pic" idx="2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6" name="Google Shape;196;p33"/>
          <p:cNvSpPr>
            <a:spLocks noGrp="1"/>
          </p:cNvSpPr>
          <p:nvPr>
            <p:ph type="pic" idx="3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7" name="Google Shape;197;p33"/>
          <p:cNvSpPr>
            <a:spLocks noGrp="1"/>
          </p:cNvSpPr>
          <p:nvPr>
            <p:ph type="pic" idx="4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8" name="Google Shape;198;p33"/>
          <p:cNvSpPr>
            <a:spLocks noGrp="1"/>
          </p:cNvSpPr>
          <p:nvPr>
            <p:ph type="pic" idx="5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9" name="Google Shape;199;p3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ce Table">
  <p:cSld name="Price Table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/>
          <p:nvPr/>
        </p:nvSpPr>
        <p:spPr>
          <a:xfrm>
            <a:off x="1028700" y="2514600"/>
            <a:ext cx="2363086" cy="327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3619205" y="2514600"/>
            <a:ext cx="2363086" cy="32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8800214" y="2514600"/>
            <a:ext cx="2363086" cy="327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6209710" y="2514600"/>
            <a:ext cx="2363086" cy="327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4"/>
          <p:cNvSpPr>
            <a:spLocks noGrp="1"/>
          </p:cNvSpPr>
          <p:nvPr>
            <p:ph type="pic" idx="2"/>
          </p:nvPr>
        </p:nvSpPr>
        <p:spPr>
          <a:xfrm>
            <a:off x="1024639" y="2514600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6" name="Google Shape;206;p34"/>
          <p:cNvSpPr>
            <a:spLocks noGrp="1"/>
          </p:cNvSpPr>
          <p:nvPr>
            <p:ph type="pic" idx="3"/>
          </p:nvPr>
        </p:nvSpPr>
        <p:spPr>
          <a:xfrm>
            <a:off x="3619057" y="2514600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7" name="Google Shape;207;p34"/>
          <p:cNvSpPr>
            <a:spLocks noGrp="1"/>
          </p:cNvSpPr>
          <p:nvPr>
            <p:ph type="pic" idx="4"/>
          </p:nvPr>
        </p:nvSpPr>
        <p:spPr>
          <a:xfrm>
            <a:off x="6206239" y="2514599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8" name="Google Shape;208;p34"/>
          <p:cNvSpPr>
            <a:spLocks noGrp="1"/>
          </p:cNvSpPr>
          <p:nvPr>
            <p:ph type="pic" idx="5"/>
          </p:nvPr>
        </p:nvSpPr>
        <p:spPr>
          <a:xfrm>
            <a:off x="8800214" y="2514598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9" name="Google Shape;209;p3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8">
  <p:cSld name="Portfolio #18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>
            <a:spLocks noGrp="1"/>
          </p:cNvSpPr>
          <p:nvPr>
            <p:ph type="pic" idx="2"/>
          </p:nvPr>
        </p:nvSpPr>
        <p:spPr>
          <a:xfrm>
            <a:off x="1028699" y="701675"/>
            <a:ext cx="4151313" cy="16192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12" name="Google Shape;212;p35"/>
          <p:cNvSpPr>
            <a:spLocks noGrp="1"/>
          </p:cNvSpPr>
          <p:nvPr>
            <p:ph type="pic" idx="3"/>
          </p:nvPr>
        </p:nvSpPr>
        <p:spPr>
          <a:xfrm>
            <a:off x="1028698" y="2438400"/>
            <a:ext cx="4151313" cy="16192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13" name="Google Shape;213;p35"/>
          <p:cNvSpPr>
            <a:spLocks noGrp="1"/>
          </p:cNvSpPr>
          <p:nvPr>
            <p:ph type="pic" idx="4"/>
          </p:nvPr>
        </p:nvSpPr>
        <p:spPr>
          <a:xfrm>
            <a:off x="1028697" y="4175125"/>
            <a:ext cx="4151313" cy="16192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14" name="Google Shape;214;p3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9">
  <p:cSld name="Portfolio #19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>
            <a:spLocks noGrp="1"/>
          </p:cNvSpPr>
          <p:nvPr>
            <p:ph type="pic" idx="2"/>
          </p:nvPr>
        </p:nvSpPr>
        <p:spPr>
          <a:xfrm>
            <a:off x="6096000" y="685799"/>
            <a:ext cx="5067300" cy="1800225"/>
          </a:xfrm>
          <a:prstGeom prst="roundRect">
            <a:avLst>
              <a:gd name="adj" fmla="val 3036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17" name="Google Shape;217;p36"/>
          <p:cNvSpPr>
            <a:spLocks noGrp="1"/>
          </p:cNvSpPr>
          <p:nvPr>
            <p:ph type="pic" idx="3"/>
          </p:nvPr>
        </p:nvSpPr>
        <p:spPr>
          <a:xfrm>
            <a:off x="8648700" y="2514600"/>
            <a:ext cx="2514600" cy="1831975"/>
          </a:xfrm>
          <a:prstGeom prst="roundRect">
            <a:avLst>
              <a:gd name="adj" fmla="val 3036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18" name="Google Shape;218;p36"/>
          <p:cNvSpPr/>
          <p:nvPr/>
        </p:nvSpPr>
        <p:spPr>
          <a:xfrm>
            <a:off x="6095999" y="2514600"/>
            <a:ext cx="2514600" cy="3276600"/>
          </a:xfrm>
          <a:prstGeom prst="roundRect">
            <a:avLst>
              <a:gd name="adj" fmla="val 191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8648700" y="4380609"/>
            <a:ext cx="2514600" cy="1410591"/>
          </a:xfrm>
          <a:prstGeom prst="roundRect">
            <a:avLst>
              <a:gd name="adj" fmla="val 191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20">
  <p:cSld name="Portfolio #20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/>
          <p:nvPr/>
        </p:nvSpPr>
        <p:spPr>
          <a:xfrm>
            <a:off x="7006856" y="3455579"/>
            <a:ext cx="2647507" cy="2335621"/>
          </a:xfrm>
          <a:prstGeom prst="roundRect">
            <a:avLst>
              <a:gd name="adj" fmla="val 104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9686257" y="3455579"/>
            <a:ext cx="1477043" cy="2335621"/>
          </a:xfrm>
          <a:prstGeom prst="roundRect">
            <a:avLst>
              <a:gd name="adj" fmla="val 104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7"/>
          <p:cNvSpPr>
            <a:spLocks noGrp="1"/>
          </p:cNvSpPr>
          <p:nvPr>
            <p:ph type="pic" idx="2"/>
          </p:nvPr>
        </p:nvSpPr>
        <p:spPr>
          <a:xfrm>
            <a:off x="7006856" y="701675"/>
            <a:ext cx="4156444" cy="2727325"/>
          </a:xfrm>
          <a:prstGeom prst="roundRect">
            <a:avLst>
              <a:gd name="adj" fmla="val 226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25" name="Google Shape;225;p3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shboard #1">
  <p:cSld name="Dashboard #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>
            <a:spLocks noGrp="1"/>
          </p:cNvSpPr>
          <p:nvPr>
            <p:ph type="pic" idx="2"/>
          </p:nvPr>
        </p:nvSpPr>
        <p:spPr>
          <a:xfrm>
            <a:off x="6178550" y="685800"/>
            <a:ext cx="3100388" cy="3676650"/>
          </a:xfrm>
          <a:prstGeom prst="roundRect">
            <a:avLst>
              <a:gd name="adj" fmla="val 134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28" name="Google Shape;228;p38"/>
          <p:cNvSpPr>
            <a:spLocks noGrp="1"/>
          </p:cNvSpPr>
          <p:nvPr>
            <p:ph type="pic" idx="3"/>
          </p:nvPr>
        </p:nvSpPr>
        <p:spPr>
          <a:xfrm>
            <a:off x="1793874" y="685800"/>
            <a:ext cx="4297363" cy="2743200"/>
          </a:xfrm>
          <a:prstGeom prst="roundRect">
            <a:avLst>
              <a:gd name="adj" fmla="val 1887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29" name="Google Shape;229;p38"/>
          <p:cNvSpPr>
            <a:spLocks noGrp="1"/>
          </p:cNvSpPr>
          <p:nvPr>
            <p:ph type="pic" idx="4"/>
          </p:nvPr>
        </p:nvSpPr>
        <p:spPr>
          <a:xfrm>
            <a:off x="1028700" y="3496441"/>
            <a:ext cx="3236913" cy="2296347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0" name="Google Shape;230;p3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shboard #2">
  <p:cSld name="Dashboard #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>
            <a:spLocks noGrp="1"/>
          </p:cNvSpPr>
          <p:nvPr>
            <p:ph type="pic" idx="2"/>
          </p:nvPr>
        </p:nvSpPr>
        <p:spPr>
          <a:xfrm>
            <a:off x="1038225" y="3498850"/>
            <a:ext cx="3236913" cy="2668588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3" name="Google Shape;233;p39"/>
          <p:cNvSpPr>
            <a:spLocks noGrp="1"/>
          </p:cNvSpPr>
          <p:nvPr>
            <p:ph type="pic" idx="3"/>
          </p:nvPr>
        </p:nvSpPr>
        <p:spPr>
          <a:xfrm>
            <a:off x="6162675" y="682625"/>
            <a:ext cx="2360613" cy="2743200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4" name="Google Shape;234;p39"/>
          <p:cNvSpPr>
            <a:spLocks noGrp="1"/>
          </p:cNvSpPr>
          <p:nvPr>
            <p:ph type="pic" idx="4"/>
          </p:nvPr>
        </p:nvSpPr>
        <p:spPr>
          <a:xfrm>
            <a:off x="8597900" y="3498850"/>
            <a:ext cx="2570163" cy="2668588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5" name="Google Shape;235;p3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Image">
  <p:cSld name="Right Image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>
            <a:spLocks noGrp="1"/>
          </p:cNvSpPr>
          <p:nvPr>
            <p:ph type="pic" idx="2"/>
          </p:nvPr>
        </p:nvSpPr>
        <p:spPr>
          <a:xfrm>
            <a:off x="7004050" y="0"/>
            <a:ext cx="5187950" cy="68580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38" name="Google Shape;238;p4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Image">
  <p:cSld name="Chart Image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>
            <a:spLocks noGrp="1"/>
          </p:cNvSpPr>
          <p:nvPr>
            <p:ph type="pic" idx="2"/>
          </p:nvPr>
        </p:nvSpPr>
        <p:spPr>
          <a:xfrm>
            <a:off x="1031494" y="4664076"/>
            <a:ext cx="1133856" cy="1133856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1" name="Google Shape;241;p41"/>
          <p:cNvSpPr>
            <a:spLocks noGrp="1"/>
          </p:cNvSpPr>
          <p:nvPr>
            <p:ph type="pic" idx="3"/>
          </p:nvPr>
        </p:nvSpPr>
        <p:spPr>
          <a:xfrm>
            <a:off x="4589202" y="4664076"/>
            <a:ext cx="1133856" cy="1133856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2" name="Google Shape;242;p4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iniolas">
  <p:cSld name="Testiminiola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>
            <a:spLocks noGrp="1"/>
          </p:cNvSpPr>
          <p:nvPr>
            <p:ph type="pic" idx="2"/>
          </p:nvPr>
        </p:nvSpPr>
        <p:spPr>
          <a:xfrm>
            <a:off x="1028700" y="685800"/>
            <a:ext cx="10134600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5" name="Google Shape;245;p4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1">
  <p:cSld name="Mock Up #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>
            <a:spLocks noGrp="1"/>
          </p:cNvSpPr>
          <p:nvPr>
            <p:ph type="pic" idx="2"/>
          </p:nvPr>
        </p:nvSpPr>
        <p:spPr>
          <a:xfrm>
            <a:off x="8674247" y="2339974"/>
            <a:ext cx="2362200" cy="31353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8" name="Google Shape;248;p43"/>
          <p:cNvSpPr>
            <a:spLocks noGrp="1"/>
          </p:cNvSpPr>
          <p:nvPr>
            <p:ph type="pic" idx="3"/>
          </p:nvPr>
        </p:nvSpPr>
        <p:spPr>
          <a:xfrm>
            <a:off x="5985022" y="3306763"/>
            <a:ext cx="3170238" cy="23606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49" name="Google Shape;249;p4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2">
  <p:cSld name="Mock Up #2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>
            <a:spLocks noGrp="1"/>
          </p:cNvSpPr>
          <p:nvPr>
            <p:ph type="pic" idx="2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52" name="Google Shape;252;p4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3">
  <p:cSld name="Mock Up #3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>
            <a:spLocks noGrp="1"/>
          </p:cNvSpPr>
          <p:nvPr>
            <p:ph type="pic" idx="2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55" name="Google Shape;255;p4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4">
  <p:cSld name="Mock Up #4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>
            <a:spLocks noGrp="1"/>
          </p:cNvSpPr>
          <p:nvPr>
            <p:ph type="pic" idx="2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58" name="Google Shape;258;p4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5">
  <p:cSld name="Mock Up #5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>
            <a:spLocks noGrp="1"/>
          </p:cNvSpPr>
          <p:nvPr>
            <p:ph type="pic" idx="2"/>
          </p:nvPr>
        </p:nvSpPr>
        <p:spPr>
          <a:xfrm>
            <a:off x="5487988" y="863600"/>
            <a:ext cx="4941887" cy="313213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61" name="Google Shape;261;p47"/>
          <p:cNvSpPr>
            <a:spLocks noGrp="1"/>
          </p:cNvSpPr>
          <p:nvPr>
            <p:ph type="pic" idx="3"/>
          </p:nvPr>
        </p:nvSpPr>
        <p:spPr>
          <a:xfrm>
            <a:off x="8796338" y="2471738"/>
            <a:ext cx="2346325" cy="3025775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62" name="Google Shape;262;p4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6">
  <p:cSld name="Mock Up #6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>
            <a:spLocks noGrp="1"/>
          </p:cNvSpPr>
          <p:nvPr>
            <p:ph type="pic" idx="2"/>
          </p:nvPr>
        </p:nvSpPr>
        <p:spPr>
          <a:xfrm>
            <a:off x="6711951" y="2181225"/>
            <a:ext cx="4281488" cy="258603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65" name="Google Shape;265;p4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7">
  <p:cSld name="Mock Up #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9"/>
          <p:cNvSpPr>
            <a:spLocks noGrp="1"/>
          </p:cNvSpPr>
          <p:nvPr>
            <p:ph type="pic" idx="2"/>
          </p:nvPr>
        </p:nvSpPr>
        <p:spPr>
          <a:xfrm>
            <a:off x="5429250" y="2217738"/>
            <a:ext cx="5106988" cy="3194050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68" name="Google Shape;268;p49"/>
          <p:cNvSpPr>
            <a:spLocks noGrp="1"/>
          </p:cNvSpPr>
          <p:nvPr>
            <p:ph type="pic" idx="3"/>
          </p:nvPr>
        </p:nvSpPr>
        <p:spPr>
          <a:xfrm>
            <a:off x="4273550" y="3171825"/>
            <a:ext cx="1854200" cy="2438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69" name="Google Shape;269;p4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8">
  <p:cSld name="Mock Up #8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0" y="2997819"/>
            <a:ext cx="12192000" cy="38601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0"/>
          <p:cNvSpPr>
            <a:spLocks noGrp="1"/>
          </p:cNvSpPr>
          <p:nvPr>
            <p:ph type="pic" idx="2"/>
          </p:nvPr>
        </p:nvSpPr>
        <p:spPr>
          <a:xfrm>
            <a:off x="1457324" y="1338335"/>
            <a:ext cx="4443413" cy="33385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73" name="Google Shape;273;p50"/>
          <p:cNvSpPr>
            <a:spLocks noGrp="1"/>
          </p:cNvSpPr>
          <p:nvPr>
            <p:ph type="pic" idx="3"/>
          </p:nvPr>
        </p:nvSpPr>
        <p:spPr>
          <a:xfrm>
            <a:off x="4410074" y="2976563"/>
            <a:ext cx="1363663" cy="25146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74" name="Google Shape;274;p5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9">
  <p:cSld name="Mock Up #9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1"/>
          <p:cNvSpPr>
            <a:spLocks noGrp="1"/>
          </p:cNvSpPr>
          <p:nvPr>
            <p:ph type="pic" idx="2"/>
          </p:nvPr>
        </p:nvSpPr>
        <p:spPr>
          <a:xfrm>
            <a:off x="1174750" y="2644775"/>
            <a:ext cx="3736975" cy="227806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77" name="Google Shape;277;p5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10">
  <p:cSld name="Mock Up #10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>
            <a:spLocks noGrp="1"/>
          </p:cNvSpPr>
          <p:nvPr>
            <p:ph type="pic" idx="2"/>
          </p:nvPr>
        </p:nvSpPr>
        <p:spPr>
          <a:xfrm>
            <a:off x="5081588" y="2809875"/>
            <a:ext cx="2041525" cy="267652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80" name="Google Shape;280;p5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">
  <p:cSld name="Contact Us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>
            <a:spLocks noGrp="1"/>
          </p:cNvSpPr>
          <p:nvPr>
            <p:ph type="pic" idx="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83" name="Google Shape;283;p5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86" name="Google Shape;286;p5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0979529" y="6414646"/>
            <a:ext cx="248529" cy="248529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919756" y="6356350"/>
            <a:ext cx="146065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Data Science Institute</a:t>
            </a:r>
            <a:endParaRPr sz="11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653759" y="6454273"/>
            <a:ext cx="288448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www.UHasselt.be/DSI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10539413" y="6348410"/>
            <a:ext cx="730307" cy="3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5"/>
          <p:cNvSpPr txBox="1"/>
          <p:nvPr/>
        </p:nvSpPr>
        <p:spPr>
          <a:xfrm>
            <a:off x="1312781" y="258876"/>
            <a:ext cx="592534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Langsi Ambe Revelation</a:t>
            </a:r>
            <a:endParaRPr sz="3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3" name="Google Shape;293;p55"/>
          <p:cNvSpPr txBox="1"/>
          <p:nvPr/>
        </p:nvSpPr>
        <p:spPr>
          <a:xfrm>
            <a:off x="489820" y="1423285"/>
            <a:ext cx="72229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in football prediction of the Belgian </a:t>
            </a:r>
            <a:r>
              <a:rPr lang="en-GB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Jupiler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 league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4" name="Google Shape;294;p55"/>
          <p:cNvSpPr txBox="1"/>
          <p:nvPr/>
        </p:nvSpPr>
        <p:spPr>
          <a:xfrm>
            <a:off x="919588" y="2990669"/>
            <a:ext cx="517641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Internal supervisor: </a:t>
            </a:r>
            <a:r>
              <a:rPr lang="en-US" sz="20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Prof. Dr. Dirk </a:t>
            </a:r>
            <a:r>
              <a:rPr lang="en-US" sz="2000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Valkenborg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5"/>
          <p:cNvSpPr txBox="1"/>
          <p:nvPr/>
        </p:nvSpPr>
        <p:spPr>
          <a:xfrm>
            <a:off x="919588" y="3637000"/>
            <a:ext cx="496000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Assistant supervisor: Christopher </a:t>
            </a:r>
            <a:r>
              <a:rPr lang="en-US" sz="2000" b="0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Patzanovsky</a:t>
            </a:r>
            <a:endParaRPr lang="en-US" sz="20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00" b="0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phd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97" name="Google Shape;297;p55"/>
          <p:cNvSpPr txBox="1"/>
          <p:nvPr/>
        </p:nvSpPr>
        <p:spPr>
          <a:xfrm>
            <a:off x="334425" y="6435450"/>
            <a:ext cx="41082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Intermediate thesis presentation December 2024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6"/>
          <p:cNvSpPr txBox="1"/>
          <p:nvPr/>
        </p:nvSpPr>
        <p:spPr>
          <a:xfrm>
            <a:off x="598394" y="486595"/>
            <a:ext cx="3435724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6"/>
          <p:cNvSpPr/>
          <p:nvPr/>
        </p:nvSpPr>
        <p:spPr>
          <a:xfrm>
            <a:off x="598394" y="1111599"/>
            <a:ext cx="10818159" cy="499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1" u="none" strike="noStrike" cap="none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Field of research</a:t>
            </a:r>
            <a:r>
              <a:rPr lang="en-US" sz="2000" b="0" i="0" u="none" strike="noStrike" cap="none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and Machine Learning in Sports Analytics.</a:t>
            </a:r>
            <a:endParaRPr lang="en-US" sz="2000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0" u="none" strike="noStrike" cap="none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Mission</a:t>
            </a:r>
            <a:r>
              <a:rPr lang="en-US" sz="2000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Raise awareness about the risks of sports betting and how bookmakers manipulate odds, using AI and machine learning to educate the public.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the understanding of the underlying factors influencing match results, including team performance, player statistics</a:t>
            </a: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1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Problem under study</a:t>
            </a:r>
            <a:r>
              <a:rPr lang="en-US" sz="2000" b="1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challenge of predicting football match outcomes in the Belgian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Jupiler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 League using machine learning.</a:t>
            </a:r>
            <a:endParaRPr lang="en-US" sz="2000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05" name="Google Shape;305;p56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56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E24F7A89-AB12-2490-29BE-FB446E5C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7">
            <a:extLst>
              <a:ext uri="{FF2B5EF4-FFF2-40B4-BE49-F238E27FC236}">
                <a16:creationId xmlns:a16="http://schemas.microsoft.com/office/drawing/2014/main" id="{CC228BFB-870B-5951-9F1C-D211404C521A}"/>
              </a:ext>
            </a:extLst>
          </p:cNvPr>
          <p:cNvSpPr txBox="1"/>
          <p:nvPr/>
        </p:nvSpPr>
        <p:spPr>
          <a:xfrm>
            <a:off x="653257" y="230563"/>
            <a:ext cx="6703359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RELEVANCE, STAKEHOLDERS &amp; ETHICS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57">
            <a:extLst>
              <a:ext uri="{FF2B5EF4-FFF2-40B4-BE49-F238E27FC236}">
                <a16:creationId xmlns:a16="http://schemas.microsoft.com/office/drawing/2014/main" id="{BC630569-3523-9ABB-3BDD-EE840764AD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7">
            <a:extLst>
              <a:ext uri="{FF2B5EF4-FFF2-40B4-BE49-F238E27FC236}">
                <a16:creationId xmlns:a16="http://schemas.microsoft.com/office/drawing/2014/main" id="{F1A1E7A1-17CC-B1B9-5BA9-BA615E67AE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7">
            <a:extLst>
              <a:ext uri="{FF2B5EF4-FFF2-40B4-BE49-F238E27FC236}">
                <a16:creationId xmlns:a16="http://schemas.microsoft.com/office/drawing/2014/main" id="{2F7DE56F-C8C8-336A-0B89-E108343900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6F072-CF2C-D04F-711C-3E243366666F}"/>
              </a:ext>
            </a:extLst>
          </p:cNvPr>
          <p:cNvSpPr txBox="1"/>
          <p:nvPr/>
        </p:nvSpPr>
        <p:spPr>
          <a:xfrm>
            <a:off x="3712464" y="203911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500F9-B736-8B4F-B723-FAB9E1BA16DA}"/>
              </a:ext>
            </a:extLst>
          </p:cNvPr>
          <p:cNvSpPr txBox="1"/>
          <p:nvPr/>
        </p:nvSpPr>
        <p:spPr>
          <a:xfrm>
            <a:off x="437329" y="1059756"/>
            <a:ext cx="1075567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ocietal relevance: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knowledge of the dangers of sports betting and how bookies tamper with odds.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 the public on how betting systems are set up to favor bookmakers at the expense of bettors.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Ultimately</a:t>
            </a:r>
            <a:r>
              <a:rPr lang="en-GB" altLang="en-US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Assists people in making informed decisions and steer them away from the financial traps of sports betting.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Stakeholders: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Football fans /Bettors</a:t>
            </a: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fans </a:t>
            </a: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nderstand the true nature of sports betting, recognize odds manipulation, and reduce exposure to financial loss.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Coaches and Sports Analysts: 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identifying key predictor variables, coaches can use this information to enhance match performance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Researchers/Academia: </a:t>
            </a: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 to the growing field of sports analytics and ethical practices in data science, focussing on social impact and education. 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Ethical Standards: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1" i="1" normalizeH="0" baseline="0" dirty="0">
                <a:ln>
                  <a:noFill/>
                </a:ln>
                <a:solidFill>
                  <a:srgbClr val="474746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altLang="en-US" b="1" normalizeH="0" baseline="0" dirty="0">
                <a:ln>
                  <a:noFill/>
                </a:ln>
                <a:solidFill>
                  <a:srgbClr val="474746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 approval: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formal approval is needed as the project uses publicly available data, but privacy and security are prioritized.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b="1" i="0" dirty="0">
                <a:solidFill>
                  <a:srgbClr val="4747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Integrity and Transparency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4747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transparency in data analysis.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and complete reporting of findings.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b="1" normalizeH="0" baseline="0" dirty="0">
              <a:ln>
                <a:noFill/>
              </a:ln>
              <a:solidFill>
                <a:srgbClr val="47474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b="1" i="1" normalizeH="0" baseline="0" dirty="0">
                <a:ln>
                  <a:noFill/>
                </a:ln>
                <a:solidFill>
                  <a:srgbClr val="474746"/>
                </a:solidFill>
                <a:effectLst/>
                <a:latin typeface="Calibri"/>
                <a:ea typeface="Calibri"/>
                <a:cs typeface="Calibri"/>
                <a:sym typeface="Calibri"/>
              </a:rPr>
            </a:br>
            <a:endParaRPr lang="en-US" sz="14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14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64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8"/>
          <p:cNvSpPr txBox="1"/>
          <p:nvPr/>
        </p:nvSpPr>
        <p:spPr>
          <a:xfrm>
            <a:off x="598393" y="486595"/>
            <a:ext cx="6703359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58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8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555753-A626-A2AA-1580-8352AB482FED}"/>
              </a:ext>
            </a:extLst>
          </p:cNvPr>
          <p:cNvSpPr txBox="1">
            <a:spLocks/>
          </p:cNvSpPr>
          <p:nvPr/>
        </p:nvSpPr>
        <p:spPr>
          <a:xfrm>
            <a:off x="1390454" y="157192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Priority: 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accurately can machine learning models predict the outcomes of football matches?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What are the key features influencing match outcomes?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Non-priority: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machine learning models detect potential betting odds manipulations?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Focus: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AI and ML be used to sensitize the public about sports betting and bookmakers' manipulation?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/>
        </p:nvSpPr>
        <p:spPr>
          <a:xfrm>
            <a:off x="598393" y="486595"/>
            <a:ext cx="1284195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59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9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724FF-B841-959A-830F-A7F824347E73}"/>
              </a:ext>
            </a:extLst>
          </p:cNvPr>
          <p:cNvSpPr txBox="1"/>
          <p:nvPr/>
        </p:nvSpPr>
        <p:spPr>
          <a:xfrm>
            <a:off x="287150" y="1993011"/>
            <a:ext cx="31908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Football-data.co.uk</a:t>
            </a:r>
          </a:p>
          <a:p>
            <a:pPr algn="ctr"/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Historical match statistics for teams: HC,AC,HS,AS,FTR,HG,AG etc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Betting odds from different book makers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from 2019/2020 to 2023/2024 (5 seasons) = 1462 matches retrieved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A85EA-DB46-B82C-2BC6-4BDA2B6E287F}"/>
              </a:ext>
            </a:extLst>
          </p:cNvPr>
          <p:cNvSpPr txBox="1"/>
          <p:nvPr/>
        </p:nvSpPr>
        <p:spPr>
          <a:xfrm>
            <a:off x="3728975" y="2100732"/>
            <a:ext cx="31908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Sofifa.com</a:t>
            </a: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team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attacks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defence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midfield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Buildup style</a:t>
            </a: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CDC6C-F3DD-5441-845F-B1C0A35BF06C}"/>
              </a:ext>
            </a:extLst>
          </p:cNvPr>
          <p:cNvSpPr txBox="1"/>
          <p:nvPr/>
        </p:nvSpPr>
        <p:spPr>
          <a:xfrm>
            <a:off x="7170801" y="2136338"/>
            <a:ext cx="31908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Fbref.com</a:t>
            </a: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match possession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 match 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Retrieving using Microsoft power query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/>
        </p:nvSpPr>
        <p:spPr>
          <a:xfrm>
            <a:off x="598394" y="486595"/>
            <a:ext cx="5022478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METHODOLOGICAL APPROACH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60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60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6699FE-459E-2882-CBB0-DEDD3AB3A636}"/>
              </a:ext>
            </a:extLst>
          </p:cNvPr>
          <p:cNvSpPr txBox="1"/>
          <p:nvPr/>
        </p:nvSpPr>
        <p:spPr>
          <a:xfrm>
            <a:off x="283464" y="2050453"/>
            <a:ext cx="175406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data handling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statistics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patterns and correlation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C90DC-3383-421A-6684-918D559E4714}"/>
              </a:ext>
            </a:extLst>
          </p:cNvPr>
          <p:cNvSpPr txBox="1"/>
          <p:nvPr/>
        </p:nvSpPr>
        <p:spPr>
          <a:xfrm>
            <a:off x="2205658" y="2050453"/>
            <a:ext cx="24943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rolling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averages of team statistics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Head-to-head stats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stats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1103D-A4BC-DC41-91FA-20CFC3E895B9}"/>
              </a:ext>
            </a:extLst>
          </p:cNvPr>
          <p:cNvSpPr txBox="1"/>
          <p:nvPr/>
        </p:nvSpPr>
        <p:spPr>
          <a:xfrm>
            <a:off x="4233672" y="2050453"/>
            <a:ext cx="2313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Learning</a:t>
            </a:r>
          </a:p>
          <a:p>
            <a:endParaRPr lang="en-GB" sz="16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805C0-F78C-1BC6-F4C1-556300FBBC10}"/>
              </a:ext>
            </a:extLst>
          </p:cNvPr>
          <p:cNvSpPr txBox="1"/>
          <p:nvPr/>
        </p:nvSpPr>
        <p:spPr>
          <a:xfrm>
            <a:off x="6728030" y="2050453"/>
            <a:ext cx="23500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Learning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Naïve bayes</a:t>
            </a:r>
          </a:p>
          <a:p>
            <a:endParaRPr lang="en-GB" sz="14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F1-score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8E1FB-3295-02E2-5117-98063A6A7888}"/>
              </a:ext>
            </a:extLst>
          </p:cNvPr>
          <p:cNvSpPr txBox="1"/>
          <p:nvPr/>
        </p:nvSpPr>
        <p:spPr>
          <a:xfrm>
            <a:off x="8971516" y="2050453"/>
            <a:ext cx="297389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Insides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best-performing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and the important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attributed to them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odds  from the predictions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compare to the allocated odds.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bookmarkers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78897-B999-4280-94BC-CDED3A6C00F0}"/>
              </a:ext>
            </a:extLst>
          </p:cNvPr>
          <p:cNvSpPr txBox="1"/>
          <p:nvPr/>
        </p:nvSpPr>
        <p:spPr>
          <a:xfrm>
            <a:off x="914399" y="5260259"/>
            <a:ext cx="7108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Merriweather Sans" panose="020F0502020204030204" pitchFamily="2" charset="0"/>
              </a:rPr>
              <a:t>McHale, I. (2024). Analysing Betting Markets to Detect Potential Cases of Manipulation. In: Breuer, M., Forrest, D. (eds) The Palgrave Handbook on the Economics of Manipulation in Sport. Palgrave Macmillan, Cham. https://doi.org/10.1007/978-3-031-63581-6_9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28022-D18C-CCFE-E2A6-067B23918F82}"/>
              </a:ext>
            </a:extLst>
          </p:cNvPr>
          <p:cNvSpPr txBox="1"/>
          <p:nvPr/>
        </p:nvSpPr>
        <p:spPr>
          <a:xfrm>
            <a:off x="1036335" y="4866968"/>
            <a:ext cx="1973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Additional Research</a:t>
            </a:r>
            <a:r>
              <a:rPr lang="de-DE" b="1" dirty="0"/>
              <a:t>:</a:t>
            </a:r>
            <a:endParaRPr lang="en-GB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/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4025B-B1C8-C0B0-FC44-2318D57DE4E2}"/>
              </a:ext>
            </a:extLst>
          </p:cNvPr>
          <p:cNvSpPr txBox="1"/>
          <p:nvPr/>
        </p:nvSpPr>
        <p:spPr>
          <a:xfrm>
            <a:off x="713232" y="1217310"/>
            <a:ext cx="273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Total of 22 teams  in this period: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4645C-0048-84FA-BE5D-9D47ADEF6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837944"/>
            <a:ext cx="4013256" cy="3937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029B3B-DAB8-4C21-FAFA-A42690714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13761"/>
            <a:ext cx="4016088" cy="4061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3EFF2A6-FD24-1D7E-ADB9-EE2EA4AA1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1E95A2D7-6150-D1B3-D4F7-89DA49B82DE9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74A67D12-B23B-FF6A-3B26-774A4A71D7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C2C0939A-E5C6-1066-D112-C46196CE5E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3D62C199-4534-28E1-F4F3-222B8DCE60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579EB-80E6-76C0-9BB2-F3302F7ED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92" y="1243584"/>
            <a:ext cx="8448033" cy="535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4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98E6CAE-155F-47CC-ADE7-A321242B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B5F3EDE0-438F-F4E1-2D88-B8CC4DADB7E2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CABEA73C-32D2-EAC5-5818-1E91B2DECB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06F6B989-7500-55B6-1AC3-D7D3C9E393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099AB2EB-DC7B-1BB0-2688-4DC3532D3D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49E84-F64B-9367-999A-2D85BE83A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825" y="2649346"/>
            <a:ext cx="7216765" cy="2949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90FB33-BB57-55BC-A780-CA935D85AB1B}"/>
              </a:ext>
            </a:extLst>
          </p:cNvPr>
          <p:cNvSpPr txBox="1"/>
          <p:nvPr/>
        </p:nvSpPr>
        <p:spPr>
          <a:xfrm>
            <a:off x="3310128" y="1463040"/>
            <a:ext cx="2566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19833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E085A78F-A57A-9E44-BB5A-4AACD563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AD48E43C-9D39-AE88-A287-1A56CEAFB00F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E67D20CA-EBAE-C1C2-D691-E3F11B32D5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ED15EBCD-A0C6-3E4B-493E-18FC7DE4EB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9C0CE526-027A-BC81-2EE0-F235EE5D2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C1006-A5B3-4483-CF3F-168FC14BB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003" y="1756219"/>
            <a:ext cx="50482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D3A70E12-6D03-DC6A-AD3E-68582DA3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9F8F3B80-56EA-D196-6F4C-2B23637B9D40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DBD54EBD-94A9-9F8F-7AEB-9D3BFE1831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59B82CF4-4D84-1CE9-3DA7-F2C9B3E691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2AC1E7AB-BFC8-695E-D7A5-DAAD00ED7F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EC29B-8671-90EF-0A10-D82D9064B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35" y="1327037"/>
            <a:ext cx="9429750" cy="458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36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A0FB38D6-ADBD-87EB-C9F7-460F2258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1B49899A-F1FE-16AB-1AB7-12A944B0A4C0}"/>
              </a:ext>
            </a:extLst>
          </p:cNvPr>
          <p:cNvSpPr txBox="1"/>
          <p:nvPr/>
        </p:nvSpPr>
        <p:spPr>
          <a:xfrm>
            <a:off x="598392" y="486595"/>
            <a:ext cx="3570195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ANTICIPATION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1">
            <a:extLst>
              <a:ext uri="{FF2B5EF4-FFF2-40B4-BE49-F238E27FC236}">
                <a16:creationId xmlns:a16="http://schemas.microsoft.com/office/drawing/2014/main" id="{6DA032B8-7943-ED44-41F1-2F406BDF0FD7}"/>
              </a:ext>
            </a:extLst>
          </p:cNvPr>
          <p:cNvSpPr/>
          <p:nvPr/>
        </p:nvSpPr>
        <p:spPr>
          <a:xfrm>
            <a:off x="598394" y="1492601"/>
            <a:ext cx="10810651" cy="243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Anticipation of problems or difficulties in </a:t>
            </a:r>
            <a:r>
              <a:rPr lang="en-US" sz="2000" b="1" i="1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20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 thesis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474746"/>
              </a:buClr>
              <a:buSzPts val="2000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Availability and Quality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Inconsistent historical data and missing key features.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18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Factors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Accounting for unpredictable variables (e.g., injuries, referee decisions, red cards during the game).</a:t>
            </a: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5DD22BE8-07A3-BD9B-8EAC-19D710478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55191FA9-C061-AB73-246B-518F216558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E2541AB2-DD9E-D3F7-151D-6E7824450C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46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3"/>
          <p:cNvSpPr txBox="1"/>
          <p:nvPr/>
        </p:nvSpPr>
        <p:spPr>
          <a:xfrm>
            <a:off x="598392" y="486595"/>
            <a:ext cx="3570195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3"/>
          <p:cNvSpPr/>
          <p:nvPr/>
        </p:nvSpPr>
        <p:spPr>
          <a:xfrm>
            <a:off x="518167" y="1117697"/>
            <a:ext cx="10818159" cy="499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b="1" i="0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A few weeks of thesis work have passed already. What have you already done?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Introduction, Literature review, Methodology(in progress).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b="1" i="0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How frequently do you report to your supervisors or ask feedback?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To my assistant as necessary and on programmed meetings with Supervisor.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63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63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40987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0E6A02-D87F-EDB8-96F5-07A49EEF5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60345"/>
              </p:ext>
            </p:extLst>
          </p:nvPr>
        </p:nvGraphicFramePr>
        <p:xfrm>
          <a:off x="855673" y="1784604"/>
          <a:ext cx="8057553" cy="3950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335">
                  <a:extLst>
                    <a:ext uri="{9D8B030D-6E8A-4147-A177-3AD203B41FA5}">
                      <a16:colId xmlns:a16="http://schemas.microsoft.com/office/drawing/2014/main" val="120542471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903484590"/>
                    </a:ext>
                  </a:extLst>
                </a:gridCol>
                <a:gridCol w="2726685">
                  <a:extLst>
                    <a:ext uri="{9D8B030D-6E8A-4147-A177-3AD203B41FA5}">
                      <a16:colId xmlns:a16="http://schemas.microsoft.com/office/drawing/2014/main" val="35547103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8718035"/>
                    </a:ext>
                  </a:extLst>
                </a:gridCol>
                <a:gridCol w="1616573">
                  <a:extLst>
                    <a:ext uri="{9D8B030D-6E8A-4147-A177-3AD203B41FA5}">
                      <a16:colId xmlns:a16="http://schemas.microsoft.com/office/drawing/2014/main" val="1727551775"/>
                    </a:ext>
                  </a:extLst>
                </a:gridCol>
              </a:tblGrid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%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669640"/>
                  </a:ext>
                </a:extLst>
              </a:tr>
              <a:tr h="437134">
                <a:tc>
                  <a:txBody>
                    <a:bodyPr/>
                    <a:lstStyle/>
                    <a:p>
                      <a:r>
                        <a:rPr lang="en-GB" dirty="0"/>
                        <a:t>Oct 06 – oct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Setup and 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Gather and clean data, setup project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965463"/>
                  </a:ext>
                </a:extLst>
              </a:tr>
              <a:tr h="437134">
                <a:tc>
                  <a:txBody>
                    <a:bodyPr/>
                    <a:lstStyle/>
                    <a:p>
                      <a:r>
                        <a:rPr lang="en-GB" dirty="0"/>
                        <a:t>Oct 20 -  Nov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Exploration and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EDA,  identify trends and </a:t>
                      </a:r>
                      <a:r>
                        <a:rPr lang="en-GB" sz="1100" dirty="0" err="1"/>
                        <a:t>patterns,start</a:t>
                      </a:r>
                      <a:r>
                        <a:rPr lang="en-GB" sz="1100" dirty="0"/>
                        <a:t>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791156"/>
                  </a:ext>
                </a:extLst>
              </a:tr>
              <a:tr h="608865">
                <a:tc>
                  <a:txBody>
                    <a:bodyPr/>
                    <a:lstStyle/>
                    <a:p>
                      <a:r>
                        <a:rPr lang="en-GB" dirty="0"/>
                        <a:t>Nov 04- Nov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Model selection, training and feature engineering,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More advance feature engineering, train baseline models and advance models, start report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53085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Nov 30- Dec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Model refinement, feature engineering, odds </a:t>
                      </a:r>
                      <a:r>
                        <a:rPr lang="en-GB" sz="1100" dirty="0" err="1"/>
                        <a:t>calculations,reporting</a:t>
                      </a:r>
                      <a:r>
                        <a:rPr lang="en-GB" sz="11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Generate odds from best model and start comparison to identify potential  manipulations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07875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Dec 14- Dec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Finalize results and </a:t>
                      </a:r>
                      <a:r>
                        <a:rPr lang="en-GB" sz="1100" dirty="0" err="1"/>
                        <a:t>analysis,add</a:t>
                      </a:r>
                      <a:r>
                        <a:rPr lang="en-GB" sz="1100" dirty="0"/>
                        <a:t>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Ensure coherent </a:t>
                      </a:r>
                      <a:r>
                        <a:rPr lang="en-GB" sz="1100" dirty="0" err="1"/>
                        <a:t>Narative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879324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Dec 30-Jan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  <a:r>
                        <a:rPr lang="en-GB" sz="1100" dirty="0"/>
                        <a:t>Thesis </a:t>
                      </a:r>
                      <a:r>
                        <a:rPr lang="en-GB" sz="1100" dirty="0" err="1"/>
                        <a:t>Reveiw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thesis review and final touches: Proofreading and seeking feedback</a:t>
                      </a:r>
                      <a:r>
                        <a:rPr lang="en-GB" sz="1100" dirty="0"/>
                        <a:t> </a:t>
                      </a:r>
                      <a:br>
                        <a:rPr lang="en-GB" sz="1100" dirty="0"/>
                      </a:b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275139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Jan 10- Jan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Final submission and </a:t>
                      </a:r>
                      <a:r>
                        <a:rPr lang="en-GB" sz="1100" dirty="0" err="1"/>
                        <a:t>defense</a:t>
                      </a:r>
                      <a:r>
                        <a:rPr lang="en-GB" sz="1100" dirty="0"/>
                        <a:t> </a:t>
                      </a:r>
                      <a:r>
                        <a:rPr lang="en-GB" sz="1100" dirty="0" err="1"/>
                        <a:t>prepation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Prepare for final submission and </a:t>
                      </a:r>
                      <a:r>
                        <a:rPr lang="en-GB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defense</a:t>
                      </a:r>
                      <a:r>
                        <a:rPr lang="en-GB" sz="1100" dirty="0"/>
                        <a:t> </a:t>
                      </a:r>
                      <a:br>
                        <a:rPr lang="en-GB" dirty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352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5">
      <a:dk1>
        <a:srgbClr val="000000"/>
      </a:dk1>
      <a:lt1>
        <a:srgbClr val="F4F5FC"/>
      </a:lt1>
      <a:dk2>
        <a:srgbClr val="000000"/>
      </a:dk2>
      <a:lt2>
        <a:srgbClr val="FFFFFF"/>
      </a:lt2>
      <a:accent1>
        <a:srgbClr val="E03C31"/>
      </a:accent1>
      <a:accent2>
        <a:srgbClr val="E03C31"/>
      </a:accent2>
      <a:accent3>
        <a:srgbClr val="E03C31"/>
      </a:accent3>
      <a:accent4>
        <a:srgbClr val="E03C31"/>
      </a:accent4>
      <a:accent5>
        <a:srgbClr val="E03C31"/>
      </a:accent5>
      <a:accent6>
        <a:srgbClr val="000000"/>
      </a:accent6>
      <a:hlink>
        <a:srgbClr val="E03C31"/>
      </a:hlink>
      <a:folHlink>
        <a:srgbClr val="E03C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875</Words>
  <Application>Microsoft Office PowerPoint</Application>
  <PresentationFormat>Widescreen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Merriweather Sans</vt:lpstr>
      <vt:lpstr>Wingdings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P52</dc:creator>
  <cp:lastModifiedBy>Langsi ambe Revelation</cp:lastModifiedBy>
  <cp:revision>114</cp:revision>
  <dcterms:modified xsi:type="dcterms:W3CDTF">2024-12-23T08:11:55Z</dcterms:modified>
</cp:coreProperties>
</file>